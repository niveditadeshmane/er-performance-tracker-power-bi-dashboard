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935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448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582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841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981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116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395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35E161D-7083-4070-BC03-E657475691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173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662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77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487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35E161D-7083-4070-BC03-E657475691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92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A069B-002E-7224-E54F-91CEA60599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DC146-7812-B746-8484-88E2B07E659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5267451-724D-6B60-6880-082CDB958CE9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dirty="0">
                <a:solidFill>
                  <a:srgbClr val="002060"/>
                </a:solidFill>
                <a:latin typeface="Segoe UI Bold" panose="020B0802040204020203" pitchFamily="34" charset="0"/>
              </a:rPr>
              <a:t>ER Performance Tracker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9A433642-AE6E-7D5D-7A8D-E034E06DFAE1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5B2F56D-26B3-C363-ABCB-4366B01D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</p:spTree>
    <p:extLst>
      <p:ext uri="{BB962C8B-B14F-4D97-AF65-F5344CB8AC3E}">
        <p14:creationId xmlns:p14="http://schemas.microsoft.com/office/powerpoint/2010/main" val="2275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6C68-011E-49DF-785E-EA1231DC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179FB2-F419-9818-EA69-D98C78E5A3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5DEF63-1FD2-95A0-9AD0-503BC152053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549012F-B3F6-62C6-F469-F4F053D4554E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dirty="0">
                <a:solidFill>
                  <a:srgbClr val="002060"/>
                </a:solidFill>
                <a:latin typeface="Segoe UI Bold" panose="020B0802040204020203" pitchFamily="34" charset="0"/>
              </a:rPr>
              <a:t>ER Performance Tracker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88DDA4D-3C73-059D-F8FD-C54D4DAD330C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DASHBOARDS - 3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5C6405F-8493-EFB9-8118-4593FE86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7" y="1929672"/>
            <a:ext cx="7896227" cy="142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Consolidated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Patient Details</a:t>
            </a:r>
          </a:p>
        </p:txBody>
      </p:sp>
    </p:spTree>
    <p:extLst>
      <p:ext uri="{BB962C8B-B14F-4D97-AF65-F5344CB8AC3E}">
        <p14:creationId xmlns:p14="http://schemas.microsoft.com/office/powerpoint/2010/main" val="393207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528E2-59ED-518D-064B-F25ECBD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A2977B-9AF9-60B9-2D47-C47C9FED3C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802C54-2204-9072-FBA0-00D37A34782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458C79-99C4-C755-00FA-5D513956336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D134921-2987-2829-F6D3-45D34B937DE1}"/>
              </a:ext>
            </a:extLst>
          </p:cNvPr>
          <p:cNvSpPr txBox="1"/>
          <p:nvPr/>
        </p:nvSpPr>
        <p:spPr>
          <a:xfrm>
            <a:off x="371473" y="518592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6128A3A-8DEF-B38C-DF3E-2988F72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8" y="1868962"/>
            <a:ext cx="11371595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 total number of patients visiting the ER daily.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daily trend using an area sparkline to understand patterns over time, such as peak days or seasonal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Wait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the average time patients wait before being attended to by a medical professional.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show daily fluctuations and identify days with higher wait times that may require operational adjustments.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Satisfaction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the average satisfaction score of patients on a daily basis to evaluate the quality of service provided.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 daily trend using an area sparkline to identify dips in satisfaction and correlate them with operational challenges or peak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 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the number of patients referred to specific departments from the ER each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track daily trends and identify departments with high referral rates, which may require additional resources.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4FE57-B019-F4A1-A495-10259C91574B}"/>
              </a:ext>
            </a:extLst>
          </p:cNvPr>
          <p:cNvSpPr txBox="1"/>
          <p:nvPr/>
        </p:nvSpPr>
        <p:spPr>
          <a:xfrm>
            <a:off x="448298" y="117772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</p:spTree>
    <p:extLst>
      <p:ext uri="{BB962C8B-B14F-4D97-AF65-F5344CB8AC3E}">
        <p14:creationId xmlns:p14="http://schemas.microsoft.com/office/powerpoint/2010/main" val="307621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1DAF-FFB5-BF0F-267E-F74B1CA6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CCE18B-88D2-63B7-2C42-9902EDE06F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0EF21E-C2D0-72A0-E424-BBFB3E9DC652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17257BB-07E6-6AC0-49F1-086E0BB40F9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F65E333-780F-3961-251D-DFD71949B5AF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b="1" dirty="0">
              <a:solidFill>
                <a:schemeClr val="accent5">
                  <a:lumMod val="75000"/>
                </a:schemeClr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0CCDB56-8798-5F45-55E6-217CDE2A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974173"/>
            <a:ext cx="11371595" cy="4796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Dashboard 1: </a:t>
            </a:r>
            <a:r>
              <a:rPr lang="en-US" sz="2000" b="1" dirty="0">
                <a:latin typeface="Arial Rounded MT Bold" panose="020F0704030504030204" pitchFamily="34" charset="0"/>
              </a:rPr>
              <a:t>Monthly View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Objective:</a:t>
            </a:r>
            <a:r>
              <a:rPr lang="en-US" b="1" dirty="0">
                <a:latin typeface="Arial Rounded MT Bold" panose="020F0704030504030204" pitchFamily="34" charset="0"/>
              </a:rPr>
              <a:t> </a:t>
            </a:r>
            <a:r>
              <a:rPr lang="en-US" dirty="0"/>
              <a:t>Monitor key metrics and trends on a month-by-month basis to identify patterns and areas for improvement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Patient Admission Status: Track admitted vs. non-admitted patients.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Patient Age Distribution: Group patients by 10-year age intervals.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Department Referrals: Analyze referral trends across different departments.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Timeliness: Measure the percentage of patients seen within 30 minutes.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Gender Analysis: Visualize patient distribution by gender.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Racial Demographics: Analyze patient data by race.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Time Analysis: Assess patient volume by day and hour.</a:t>
            </a:r>
          </a:p>
        </p:txBody>
      </p:sp>
    </p:spTree>
    <p:extLst>
      <p:ext uri="{BB962C8B-B14F-4D97-AF65-F5344CB8AC3E}">
        <p14:creationId xmlns:p14="http://schemas.microsoft.com/office/powerpoint/2010/main" val="42656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C74F4-0DDF-52DF-376D-86B34B97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AAF7EF-21B9-25D0-D95C-603C5A2B1D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C9A7CC-21F5-D9C9-CE9C-84782575E2D4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A9C0C9E-FEB6-C42D-33F5-3D43517BA44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8863025-42A1-7A91-82FA-208CE8AA5CE3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4AD4C6F-E381-10FE-2B3A-2BC9194E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552265"/>
            <a:ext cx="11371595" cy="2297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Arial Rounded MT Bold" panose="020F0704030504030204" pitchFamily="34" charset="0"/>
              </a:rPr>
              <a:t>Dashboard 2: </a:t>
            </a:r>
            <a:r>
              <a:rPr lang="en-US" sz="2000" b="1" dirty="0">
                <a:latin typeface="Arial Rounded MT Bold" panose="020F0704030504030204" pitchFamily="34" charset="0"/>
              </a:rPr>
              <a:t>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dirty="0"/>
              <a:t>Provide a holistic summary of hospital performance for a selected date range.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Similar metrics as the Monthly View, but aggregated over a customizable date range for broader insights and trend analysis</a:t>
            </a:r>
          </a:p>
        </p:txBody>
      </p:sp>
    </p:spTree>
    <p:extLst>
      <p:ext uri="{BB962C8B-B14F-4D97-AF65-F5344CB8AC3E}">
        <p14:creationId xmlns:p14="http://schemas.microsoft.com/office/powerpoint/2010/main" val="32969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3FBA-C0F8-4CB4-1C53-F2F1BFB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73C9F-A7FF-ABB2-884C-711868EDE4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52FF49-FD73-7EAF-E15E-53532554C5D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3438695-F838-B350-30DC-F40325A06AE6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D419DAC6-B8BB-42D9-E433-3E4ECD744041}"/>
              </a:ext>
            </a:extLst>
          </p:cNvPr>
          <p:cNvSpPr txBox="1"/>
          <p:nvPr/>
        </p:nvSpPr>
        <p:spPr>
          <a:xfrm>
            <a:off x="487028" y="529823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D878D7C5-FC8C-5EDE-201B-1A3BAFD7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108986"/>
            <a:ext cx="11371595" cy="5165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Arial Rounded MT Bold" panose="020F0704030504030204" pitchFamily="34" charset="0"/>
              </a:rPr>
              <a:t>Dashboard 3</a:t>
            </a:r>
            <a:r>
              <a:rPr lang="en-US" sz="2000" b="1" dirty="0">
                <a:latin typeface="Arial Rounded MT Bold" panose="020F0704030504030204" pitchFamily="34" charset="0"/>
              </a:rPr>
              <a:t> : Patient Details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Objective: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Offer granular insights into patient-level data to enable detailed analysis and troubleshooting.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Charts to Develop: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grid displaying essential fields: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Patient ID</a:t>
            </a:r>
            <a:endParaRPr lang="en-US" dirty="0">
              <a:latin typeface="Arial Rounded MT Bold" panose="020F07040305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Patient Full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Admission 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Patient Race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Wait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Department Referral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Admission Status</a:t>
            </a:r>
          </a:p>
        </p:txBody>
      </p:sp>
    </p:spTree>
    <p:extLst>
      <p:ext uri="{BB962C8B-B14F-4D97-AF65-F5344CB8AC3E}">
        <p14:creationId xmlns:p14="http://schemas.microsoft.com/office/powerpoint/2010/main" val="1624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FFAC9-01E8-A4AB-B18D-B5AF8659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0A833086-3D5F-32C3-521D-8D0C379CDE8B}"/>
              </a:ext>
            </a:extLst>
          </p:cNvPr>
          <p:cNvSpPr txBox="1"/>
          <p:nvPr/>
        </p:nvSpPr>
        <p:spPr>
          <a:xfrm>
            <a:off x="1142509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Monthly View Dashboard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444434C7-1642-D2DA-7B17-97AE66FD81D8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b="1" dirty="0">
              <a:solidFill>
                <a:schemeClr val="accent5">
                  <a:lumMod val="75000"/>
                </a:schemeClr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3D708F3-C702-7BB7-7456-47E00C579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74" y="702467"/>
            <a:ext cx="11877368" cy="5423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013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478F7-4BFF-9A24-083B-99BEE7866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EE6BC71D-77DE-82FD-914D-5FCAA022B6B9}"/>
              </a:ext>
            </a:extLst>
          </p:cNvPr>
          <p:cNvSpPr txBox="1"/>
          <p:nvPr/>
        </p:nvSpPr>
        <p:spPr>
          <a:xfrm>
            <a:off x="1142509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Consolidated View Dashboard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7942EF40-2EBE-B4E9-7198-115CCEDB3A94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b="1" dirty="0">
              <a:solidFill>
                <a:schemeClr val="accent5">
                  <a:lumMod val="75000"/>
                </a:schemeClr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EF7476E-D0DB-551A-FC20-535B49E75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53" y="627818"/>
            <a:ext cx="12054348" cy="557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1148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975B9-E6AD-4970-E2C9-FC6A6B251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B811E8-EDBC-5678-FA9F-66CC5E2D0E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83BBD2C-516E-CD59-EE16-2E56ADDC5B0D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EAB7CA8C-5B9E-9A77-63BF-D37B396EE02B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D59C93EB-9033-9216-8194-4023F6F4C22F}"/>
              </a:ext>
            </a:extLst>
          </p:cNvPr>
          <p:cNvSpPr txBox="1"/>
          <p:nvPr/>
        </p:nvSpPr>
        <p:spPr>
          <a:xfrm>
            <a:off x="1276349" y="1794295"/>
            <a:ext cx="9601200" cy="293356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54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Thank You..</a:t>
            </a:r>
          </a:p>
        </p:txBody>
      </p:sp>
    </p:spTree>
    <p:extLst>
      <p:ext uri="{BB962C8B-B14F-4D97-AF65-F5344CB8AC3E}">
        <p14:creationId xmlns:p14="http://schemas.microsoft.com/office/powerpoint/2010/main" val="334452678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128</TotalTime>
  <Words>425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 Rounded MT Bold</vt:lpstr>
      <vt:lpstr>Calibri</vt:lpstr>
      <vt:lpstr>Calibri Light</vt:lpstr>
      <vt:lpstr>Segoe UI Black</vt:lpstr>
      <vt:lpstr>Segoe UI Bold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Nivedita Deshmane</cp:lastModifiedBy>
  <cp:revision>8</cp:revision>
  <dcterms:created xsi:type="dcterms:W3CDTF">2024-11-24T05:55:51Z</dcterms:created>
  <dcterms:modified xsi:type="dcterms:W3CDTF">2025-12-29T13:46:32Z</dcterms:modified>
</cp:coreProperties>
</file>